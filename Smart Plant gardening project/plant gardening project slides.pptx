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4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75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676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1048677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858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 algn="r"/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04858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1048583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58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p>
            <a:endParaRPr lang="en-US"/>
          </a:p>
        </p:txBody>
      </p:sp>
      <p:sp>
        <p:nvSpPr>
          <p:cNvPr id="104858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6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64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4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1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2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5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7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658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660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6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2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6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8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9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67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7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5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636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04863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3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4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6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" name=""/>
        <p:cNvGrpSpPr/>
        <p:nvPr/>
      </p:nvGrpSpPr>
      <p:grpSpPr/>
      <p:pic>
        <p:nvPicPr>
          <p:cNvPr id="2097152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6350" y="0"/>
            <a:ext cx="91503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8576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48577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48578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48579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48580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/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656590" y="664845"/>
            <a:ext cx="7613650" cy="2378075"/>
          </a:xfrm>
        </p:spPr>
        <p:txBody>
          <a:bodyPr/>
          <a:p>
            <a:r>
              <a:rPr lang="en-US" b="1"/>
              <a:t>   </a:t>
            </a:r>
            <a:r>
              <a:rPr b="1"/>
              <a:t>Smart Plant Gardening System</a:t>
            </a:r>
            <a:endParaRPr b="1"/>
          </a:p>
        </p:txBody>
      </p:sp>
      <p:sp>
        <p:nvSpPr>
          <p:cNvPr id="1048587" name="TextBox 3"/>
          <p:cNvSpPr txBox="1"/>
          <p:nvPr/>
        </p:nvSpPr>
        <p:spPr>
          <a:xfrm>
            <a:off x="2740572" y="2462191"/>
            <a:ext cx="5991225" cy="3515995"/>
          </a:xfrm>
          <a:prstGeom prst="rect">
            <a:avLst/>
          </a:prstGeom>
          <a:noFill/>
        </p:spPr>
        <p:txBody>
          <a:bodyPr wrap="none">
            <a:noAutofit/>
          </a:bodyPr>
          <a:p>
            <a:pPr>
              <a:defRPr sz="1000"/>
            </a:pPr>
            <a:r>
              <a:rPr lang="en-US" sz="2800" b="1"/>
              <a:t>Presented by:</a:t>
            </a:r>
            <a:endParaRPr lang="en-US" sz="2800" b="1"/>
          </a:p>
          <a:p>
            <a:pPr>
              <a:defRPr sz="1000"/>
            </a:pPr>
            <a:r>
              <a:rPr sz="2800" b="1"/>
              <a:t>Hamad Khan 23-NTU-CS-1098</a:t>
            </a:r>
            <a:endParaRPr sz="2800" b="1"/>
          </a:p>
          <a:p>
            <a:pPr>
              <a:defRPr sz="1000"/>
            </a:pPr>
            <a:r>
              <a:rPr sz="2800" b="1"/>
              <a:t>M. Bilal 23-NTU-CS-1064</a:t>
            </a:r>
            <a:endParaRPr sz="2800" b="1"/>
          </a:p>
          <a:p>
            <a:pPr>
              <a:defRPr sz="1000"/>
            </a:pPr>
            <a:r>
              <a:rPr sz="2800" b="1"/>
              <a:t>M. Dawood Qasir 23-NTU-CS-1065</a:t>
            </a:r>
            <a:endParaRPr sz="2800" b="1"/>
          </a:p>
          <a:p>
            <a:pPr>
              <a:defRPr sz="1000"/>
            </a:pPr>
            <a:r>
              <a:rPr lang="en-US" sz="2800" b="1"/>
              <a:t>Presented to:</a:t>
            </a:r>
            <a:endParaRPr lang="en-US" sz="2800" b="1"/>
          </a:p>
          <a:p>
            <a:pPr>
              <a:defRPr sz="1000"/>
            </a:pPr>
            <a:r>
              <a:rPr lang="en-US" sz="2800" b="1"/>
              <a:t>                     </a:t>
            </a:r>
            <a:r>
              <a:rPr lang="en-US" sz="2800" b="1"/>
              <a:t>D</a:t>
            </a:r>
            <a:r>
              <a:rPr lang="en-US" sz="2800" b="1"/>
              <a:t>r</a:t>
            </a:r>
            <a:r>
              <a:rPr lang="en-US" sz="2800" b="1"/>
              <a:t>.</a:t>
            </a:r>
            <a:r>
              <a:rPr lang="en-US" sz="2800" b="1"/>
              <a:t>Nasir </a:t>
            </a:r>
            <a:r>
              <a:rPr lang="en-US" sz="2800" b="1"/>
              <a:t>M</a:t>
            </a:r>
            <a:r>
              <a:rPr lang="en-US" sz="2800" b="1"/>
              <a:t>e</a:t>
            </a:r>
            <a:r>
              <a:rPr lang="en-US" sz="2800" b="1"/>
              <a:t>h</a:t>
            </a:r>
            <a:r>
              <a:rPr lang="en-US" sz="2800" b="1"/>
              <a:t>m</a:t>
            </a:r>
            <a:r>
              <a:rPr lang="en-US" sz="2800" b="1"/>
              <a:t>o</a:t>
            </a:r>
            <a:r>
              <a:rPr lang="en-US" sz="2800" b="1"/>
              <a:t>o</a:t>
            </a:r>
            <a:r>
              <a:rPr lang="en-US" sz="2800" b="1"/>
              <a:t>d</a:t>
            </a:r>
            <a:r>
              <a:rPr lang="en-US" sz="2800" b="1"/>
              <a:t> </a:t>
            </a:r>
            <a:endParaRPr lang="en-US" sz="2800" b="1"/>
          </a:p>
        </p:txBody>
      </p:sp>
    </p:spTree>
  </p:cSld>
  <p:clrMapOvr>
    <a:masterClrMapping/>
  </p:clrMapOvr>
  <p:transition spd="slow">
    <p:split orient="vert"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/>
      <p:sp>
        <p:nvSpPr>
          <p:cNvPr id="104859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Introduction</a:t>
            </a: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Smart gardening uses IoT technology to automate plant care and monitoring.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/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Problem Statement</a:t>
            </a: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Manual watering is difficult when user is away.</a:t>
            </a:r>
          </a:p>
          <a:p>
            <a:r>
              <a:t>Over or under watering damages plants.</a:t>
            </a:r>
          </a:p>
        </p:txBody>
      </p:sp>
    </p:spTree>
  </p:cSld>
  <p:clrMapOvr>
    <a:masterClrMapping/>
  </p:clrMapOvr>
  <p:transition spd="slow">
    <p:cover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/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Project Objectives</a:t>
            </a:r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Monitor soil moisture.</a:t>
            </a:r>
          </a:p>
          <a:p>
            <a:r>
              <a:t>Send alerts.</a:t>
            </a:r>
          </a:p>
          <a:p>
            <a:r>
              <a:t>Remote pump control.</a:t>
            </a:r>
          </a:p>
          <a:p>
            <a:r>
              <a:t>Automatic watering.</a:t>
            </a:r>
          </a:p>
        </p:txBody>
      </p:sp>
    </p:spTree>
  </p:cSld>
  <p:clrMapOvr>
    <a:masterClrMapping/>
  </p:clrMapOvr>
  <p:transition spd="slow">
    <p:wheel spokes="8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/>
      <p:sp>
        <p:nvSpPr>
          <p:cNvPr id="10485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System Overview</a:t>
            </a:r>
          </a:p>
        </p:txBody>
      </p:sp>
      <p:sp>
        <p:nvSpPr>
          <p:cNvPr id="104860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ESP32 reads soil sensor data.</a:t>
            </a:r>
          </a:p>
          <a:p>
            <a:r>
              <a:t>Data sent via WiFi.</a:t>
            </a:r>
          </a:p>
          <a:p>
            <a:r>
              <a:t>User controls pump remotely.</a:t>
            </a:r>
          </a:p>
        </p:txBody>
      </p:sp>
    </p:spTree>
  </p:cSld>
  <p:clrMapOvr>
    <a:masterClrMapping/>
  </p:clrMapOvr>
  <p:transition spd="med">
    <p:newsfla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/>
      <p:sp>
        <p:nvSpPr>
          <p:cNvPr id="10486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Hardware Components</a:t>
            </a:r>
          </a:p>
        </p:txBody>
      </p:sp>
      <p:sp>
        <p:nvSpPr>
          <p:cNvPr id="104860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ESP32</a:t>
            </a:r>
          </a:p>
          <a:p>
            <a:r>
              <a:t>Soil Moisture Sensor</a:t>
            </a:r>
          </a:p>
          <a:p>
            <a:r>
              <a:t>Relay Module</a:t>
            </a:r>
          </a:p>
          <a:p>
            <a:r>
              <a:t>Water Pump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/>
      <p:sp>
        <p:nvSpPr>
          <p:cNvPr id="104860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ESP32 Microcontroller</a:t>
            </a:r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Acts as the brain of the system.</a:t>
            </a:r>
          </a:p>
          <a:p>
            <a:r>
              <a:t>Handles WiFi and sensor processing.</a:t>
            </a:r>
          </a:p>
        </p:txBody>
      </p:sp>
      <p:pic>
        <p:nvPicPr>
          <p:cNvPr id="2097154" name="Picture 2097153"/>
          <p:cNvPicPr/>
          <p:nvPr/>
        </p:nvPicPr>
        <p:blipFill>
          <a:blip r:embed="rId1"/>
          <a:stretch>
            <a:fillRect/>
          </a:stretch>
        </p:blipFill>
        <p:spPr>
          <a:xfrm>
            <a:off x="1120918" y="3057140"/>
            <a:ext cx="7293119" cy="3348777"/>
          </a:xfrm>
          <a:prstGeom prst="rect">
            <a:avLst/>
          </a:prstGeom>
        </p:spPr>
      </p:pic>
    </p:spTree>
  </p:cSld>
  <p:clrMapOvr>
    <a:masterClrMapping/>
  </p:clrMapOvr>
  <p:transition spd="slow">
    <p:cover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/>
      <p:sp>
        <p:nvSpPr>
          <p:cNvPr id="104860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Soil Moisture Sensor</a:t>
            </a:r>
          </a:p>
        </p:txBody>
      </p:sp>
      <p:sp>
        <p:nvSpPr>
          <p:cNvPr id="104860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Detects soil water content.</a:t>
            </a:r>
          </a:p>
          <a:p>
            <a:r>
              <a:t>Helps decide watering need.</a:t>
            </a:r>
          </a:p>
        </p:txBody>
      </p:sp>
      <p:pic>
        <p:nvPicPr>
          <p:cNvPr id="2097155" name="Picture 2097154"/>
          <p:cNvPicPr/>
          <p:nvPr/>
        </p:nvPicPr>
        <p:blipFill>
          <a:blip r:embed="rId1"/>
          <a:stretch>
            <a:fillRect/>
          </a:stretch>
        </p:blipFill>
        <p:spPr>
          <a:xfrm>
            <a:off x="3162730" y="2381375"/>
            <a:ext cx="5292754" cy="3746375"/>
          </a:xfrm>
          <a:prstGeom prst="rect">
            <a:avLst/>
          </a:prstGeom>
        </p:spPr>
      </p:pic>
    </p:spTree>
  </p:cSld>
  <p:clrMapOvr>
    <a:masterClrMapping/>
  </p:clrMapOvr>
  <p:transition spd="slow">
    <p:wedg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/>
      <p:sp>
        <p:nvSpPr>
          <p:cNvPr id="104860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Relay Module</a:t>
            </a:r>
          </a:p>
        </p:txBody>
      </p:sp>
      <p:sp>
        <p:nvSpPr>
          <p:cNvPr id="104860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Works as an electronic switch.</a:t>
            </a:r>
          </a:p>
          <a:p>
            <a:r>
              <a:t>Controls high voltage pump safely.</a:t>
            </a:r>
          </a:p>
        </p:txBody>
      </p:sp>
      <p:pic>
        <p:nvPicPr>
          <p:cNvPr id="2097156" name="Picture 2097155"/>
          <p:cNvPicPr/>
          <p:nvPr/>
        </p:nvPicPr>
        <p:blipFill>
          <a:blip r:embed="rId1"/>
          <a:stretch>
            <a:fillRect/>
          </a:stretch>
        </p:blipFill>
        <p:spPr>
          <a:xfrm>
            <a:off x="4240790" y="2558734"/>
            <a:ext cx="4156364" cy="4156487"/>
          </a:xfrm>
          <a:prstGeom prst="rect">
            <a:avLst/>
          </a:prstGeom>
        </p:spPr>
      </p:pic>
    </p:spTree>
  </p:cSld>
  <p:clrMapOvr>
    <a:masterClrMapping/>
  </p:clrMapOvr>
  <p:transition spd="slow">
    <p:cover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/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Water Pump</a:t>
            </a:r>
          </a:p>
        </p:txBody>
      </p:sp>
      <p:sp>
        <p:nvSpPr>
          <p:cNvPr id="104861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Supplies water to plants.</a:t>
            </a:r>
          </a:p>
          <a:p>
            <a:r>
              <a:t>Controlled automatically or manually.</a:t>
            </a:r>
          </a:p>
        </p:txBody>
      </p:sp>
      <p:pic>
        <p:nvPicPr>
          <p:cNvPr id="2097157" name="Picture 2097156"/>
          <p:cNvPicPr/>
          <p:nvPr/>
        </p:nvPicPr>
        <p:blipFill>
          <a:blip r:embed="rId1"/>
          <a:stretch>
            <a:fillRect/>
          </a:stretch>
        </p:blipFill>
        <p:spPr>
          <a:xfrm>
            <a:off x="3881209" y="2529893"/>
            <a:ext cx="4805591" cy="395495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/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Software Tools</a:t>
            </a:r>
          </a:p>
        </p:txBody>
      </p:sp>
      <p:sp>
        <p:nvSpPr>
          <p:cNvPr id="104861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PlatformIO (VS Code)</a:t>
            </a:r>
          </a:p>
          <a:p>
            <a:r>
              <a:t>Arduino Framework</a:t>
            </a:r>
          </a:p>
          <a:p>
            <a:r>
              <a:t>Blynk IoT Platform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/>
      <p:sp>
        <p:nvSpPr>
          <p:cNvPr id="104861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Blynk Mobile App</a:t>
            </a:r>
          </a:p>
        </p:txBody>
      </p:sp>
      <p:sp>
        <p:nvSpPr>
          <p:cNvPr id="104861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Remote monitoring.</a:t>
            </a:r>
          </a:p>
          <a:p>
            <a:r>
              <a:t>Pump ON/OFF control.</a:t>
            </a:r>
          </a:p>
          <a:p>
            <a:r>
              <a:t>Real-time updates.</a:t>
            </a:r>
          </a:p>
        </p:txBody>
      </p:sp>
    </p:spTree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/>
      <p:sp>
        <p:nvSpPr>
          <p:cNvPr id="104861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Email Alert System</a:t>
            </a:r>
          </a:p>
        </p:txBody>
      </p:sp>
      <p:sp>
        <p:nvSpPr>
          <p:cNvPr id="104861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Uses Gmail SMTP.</a:t>
            </a:r>
          </a:p>
          <a:p>
            <a:r>
              <a:t>Notifies user when soil is dry.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/>
      <p:sp>
        <p:nvSpPr>
          <p:cNvPr id="104861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Working Principle</a:t>
            </a:r>
          </a:p>
        </p:txBody>
      </p:sp>
      <p:sp>
        <p:nvSpPr>
          <p:cNvPr id="104861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Soil checked continuously.</a:t>
            </a:r>
          </a:p>
          <a:p>
            <a:r>
              <a:t>Email alert on dry soil.</a:t>
            </a:r>
          </a:p>
          <a:p>
            <a:r>
              <a:t>Pump ON via Blynk.</a:t>
            </a:r>
          </a:p>
          <a:p>
            <a:r>
              <a:t>Auto OFF when wet.</a:t>
            </a:r>
          </a:p>
        </p:txBody>
      </p:sp>
      <p:pic>
        <p:nvPicPr>
          <p:cNvPr id="2097158" name="Picture 2097157"/>
          <p:cNvPicPr/>
          <p:nvPr/>
        </p:nvPicPr>
        <p:blipFill>
          <a:blip r:embed="rId1"/>
          <a:stretch>
            <a:fillRect/>
          </a:stretch>
        </p:blipFill>
        <p:spPr>
          <a:xfrm>
            <a:off x="1646388" y="3429000"/>
            <a:ext cx="6312477" cy="2777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/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Advantages</a:t>
            </a:r>
          </a:p>
        </p:txBody>
      </p:sp>
      <p:sp>
        <p:nvSpPr>
          <p:cNvPr id="104862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Water saving.</a:t>
            </a:r>
          </a:p>
          <a:p>
            <a:r>
              <a:t>Remote access.</a:t>
            </a:r>
          </a:p>
          <a:p>
            <a:r>
              <a:t>Low cost.</a:t>
            </a:r>
          </a:p>
          <a:p>
            <a:r>
              <a:t>Easy to use.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/>
      <p:sp>
        <p:nvSpPr>
          <p:cNvPr id="104862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Conclusion</a:t>
            </a:r>
          </a:p>
        </p:txBody>
      </p:sp>
      <p:sp>
        <p:nvSpPr>
          <p:cNvPr id="104862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Smart system ensures proper plant care.</a:t>
            </a:r>
          </a:p>
          <a:p>
            <a:r>
              <a:t>Efficient and reliable IoT solution.</a:t>
            </a:r>
          </a:p>
        </p:txBody>
      </p:sp>
      <p:pic>
        <p:nvPicPr>
          <p:cNvPr id="2097159" name="Picture 2097158"/>
          <p:cNvPicPr/>
          <p:nvPr/>
        </p:nvPicPr>
        <p:blipFill>
          <a:blip r:embed="rId1"/>
          <a:stretch>
            <a:fillRect/>
          </a:stretch>
        </p:blipFill>
        <p:spPr>
          <a:xfrm>
            <a:off x="3468330" y="3428999"/>
            <a:ext cx="5026602" cy="2446266"/>
          </a:xfrm>
          <a:prstGeom prst="rect">
            <a:avLst/>
          </a:prstGeom>
        </p:spPr>
      </p:pic>
    </p:spTree>
  </p:cSld>
  <p:clrMapOvr>
    <a:masterClrMapping/>
  </p:clrMapOvr>
  <p:transition spd="slow">
    <p:blinds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/>
      <p:sp>
        <p:nvSpPr>
          <p:cNvPr id="1048623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                                                                                </a:t>
            </a:r>
            <a:r>
              <a:rPr lang="en-US" sz="10700"/>
              <a:t>Thanku </a:t>
            </a:r>
            <a:endParaRPr lang="en-US" sz="10700"/>
          </a:p>
        </p:txBody>
      </p:sp>
      <p:sp>
        <p:nvSpPr>
          <p:cNvPr id="104862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   </a:t>
            </a:r>
            <a:endParaRPr lang="en-US"/>
          </a:p>
          <a:p>
            <a:pPr marL="0" indent="0">
              <a:buNone/>
            </a:pPr>
            <a:r>
              <a:rPr lang="en-US"/>
              <a:t>               </a:t>
            </a:r>
            <a:r>
              <a:rPr lang="en-US" sz="4400"/>
              <a:t> Have you any question?</a:t>
            </a:r>
            <a:endParaRPr lang="en-US" sz="44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1499</Words>
  <Application>WPS Presentation</Application>
  <PresentationFormat/>
  <Paragraphs>99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Arial</vt:lpstr>
      <vt:lpstr>SimSun</vt:lpstr>
      <vt:lpstr>Wingdings</vt:lpstr>
      <vt:lpstr>Microsoft YaHei</vt:lpstr>
      <vt:lpstr>Arial Unicode MS</vt:lpstr>
      <vt:lpstr>Gear Drives</vt:lpstr>
      <vt:lpstr>   Smart Plant Gardening System</vt:lpstr>
      <vt:lpstr>Introduction</vt:lpstr>
      <vt:lpstr>Problem Statement</vt:lpstr>
      <vt:lpstr>Project Objectives</vt:lpstr>
      <vt:lpstr>System Overview</vt:lpstr>
      <vt:lpstr>Hardware Components</vt:lpstr>
      <vt:lpstr>ESP32 Microcontroller</vt:lpstr>
      <vt:lpstr>Soil Moisture Sensor</vt:lpstr>
      <vt:lpstr>Relay Module</vt:lpstr>
      <vt:lpstr>Water Pump</vt:lpstr>
      <vt:lpstr>Software Tools</vt:lpstr>
      <vt:lpstr>Blynk Mobile App</vt:lpstr>
      <vt:lpstr>Email Alert System</vt:lpstr>
      <vt:lpstr>Working Principle</vt:lpstr>
      <vt:lpstr>Advantages</vt:lpstr>
      <vt:lpstr>Conclusion</vt:lpstr>
      <vt:lpstr>                                                                                Thanku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Smart Plant Gardening System</dc:title>
  <dc:creator>RMX3195</dc:creator>
  <cp:lastModifiedBy>Rana hammad Rana hammad</cp:lastModifiedBy>
  <cp:revision>1</cp:revision>
  <dcterms:created xsi:type="dcterms:W3CDTF">2026-01-04T14:39:31Z</dcterms:created>
  <dcterms:modified xsi:type="dcterms:W3CDTF">2026-01-04T14:39:31Z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BD358C4D6D6B4859ABC6EDCC49E22905_12</vt:lpwstr>
  </property>
  <property fmtid="{D5CDD505-2E9C-101B-9397-08002B2CF9AE}" pid="3" name="KSOProductBuildVer">
    <vt:lpwstr>1033-12.2.0.23196</vt:lpwstr>
  </property>
</Properties>
</file>